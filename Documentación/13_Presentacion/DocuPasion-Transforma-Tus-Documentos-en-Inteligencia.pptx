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0058400" cy="7772400"/>
  <p:notesSz cx="7772400" cy="10058400"/>
  <p:embeddedFontLst>
    <p:embeddedFont>
      <p:font typeface="Bricolage Grotesque ExtraBold"/>
      <p:regular r:id="rId201314"/>
    </p:embeddedFont>
    <p:embeddedFont>
      <p:font typeface="Montserrat"/>
      <p:regular r:id="rId201315"/>
    </p:embeddedFont>
    <p:embeddedFont>
      <p:font typeface="Montserrat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82"/>
            <a:ext cx="10058400" cy="7770436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3580" y="74733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image" Target="../media/image-2-2.png"/><Relationship Id="rId7" Type="http://schemas.openxmlformats.org/officeDocument/2006/relationships/image" Target="../media/image-2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82"/>
            <a:ext cx="3960495" cy="777043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1210" y="0"/>
                </a:lnTo>
                <a:lnTo>
                  <a:pt x="92090" y="2640"/>
                </a:lnTo>
                <a:lnTo>
                  <a:pt x="93070" y="7030"/>
                </a:lnTo>
                <a:lnTo>
                  <a:pt x="93650" y="11330"/>
                </a:lnTo>
                <a:lnTo>
                  <a:pt x="93850" y="14750"/>
                </a:lnTo>
                <a:lnTo>
                  <a:pt x="93460" y="21970"/>
                </a:lnTo>
                <a:lnTo>
                  <a:pt x="91990" y="31150"/>
                </a:lnTo>
                <a:lnTo>
                  <a:pt x="91410" y="36520"/>
                </a:lnTo>
                <a:lnTo>
                  <a:pt x="91210" y="40040"/>
                </a:lnTo>
                <a:lnTo>
                  <a:pt x="91310" y="45700"/>
                </a:lnTo>
                <a:lnTo>
                  <a:pt x="91890" y="48930"/>
                </a:lnTo>
                <a:lnTo>
                  <a:pt x="93160" y="52540"/>
                </a:lnTo>
                <a:lnTo>
                  <a:pt x="94920" y="56050"/>
                </a:lnTo>
                <a:lnTo>
                  <a:pt x="97170" y="59860"/>
                </a:lnTo>
                <a:lnTo>
                  <a:pt x="98730" y="63280"/>
                </a:lnTo>
                <a:lnTo>
                  <a:pt x="99800" y="67290"/>
                </a:lnTo>
                <a:lnTo>
                  <a:pt x="100000" y="71480"/>
                </a:lnTo>
                <a:lnTo>
                  <a:pt x="99710" y="73630"/>
                </a:lnTo>
                <a:lnTo>
                  <a:pt x="99020" y="76460"/>
                </a:lnTo>
                <a:lnTo>
                  <a:pt x="97750" y="80180"/>
                </a:lnTo>
                <a:lnTo>
                  <a:pt x="96390" y="83400"/>
                </a:lnTo>
                <a:lnTo>
                  <a:pt x="91890" y="91990"/>
                </a:lnTo>
                <a:lnTo>
                  <a:pt x="89450" y="96000"/>
                </a:lnTo>
                <a:lnTo>
                  <a:pt x="8672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317630" y="2789114"/>
            <a:ext cx="5195039" cy="146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DocuPasion: Transforma Tus Documentos en Inteligencia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4317630" y="4484417"/>
            <a:ext cx="5195039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repositorios pasivos a sistemas que piensan, clasifican y responden por ti.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7905" y="982"/>
            <a:ext cx="3960495" cy="777043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45730" y="1341773"/>
            <a:ext cx="5195039" cy="974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El Problema: Datos Atrapados</a:t>
            </a:r>
            <a:endParaRPr lang="en-US" sz="3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730" y="2549910"/>
            <a:ext cx="5195039" cy="118964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06440" y="2726756"/>
            <a:ext cx="4757440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Repositorios sin inteligencia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06440" y="3063836"/>
            <a:ext cx="4757440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Archivos almacenados que no pueden analizarse ni responder preguntas de negocio.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730" y="3895447"/>
            <a:ext cx="5195039" cy="11896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06440" y="4072294"/>
            <a:ext cx="4757440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Horas perdidas en búsquedas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806440" y="4409374"/>
            <a:ext cx="4757440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Equipos enteros invirtiendo tiempo valioso buscando manualmente entre miles de archivos.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730" y="5240985"/>
            <a:ext cx="5195039" cy="118964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06440" y="5417832"/>
            <a:ext cx="4757440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Información valiosa oculta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806440" y="5754912"/>
            <a:ext cx="4757440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clave sepultados en documentos sin procesar, invisibles para quienes los necesitan.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0" y="2334273"/>
            <a:ext cx="8966939" cy="4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La Solución: Gestión Documental Inteligente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30" y="3133232"/>
            <a:ext cx="1658228" cy="10245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5730" y="435266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Procesamiento Automático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45730" y="4689742"/>
            <a:ext cx="2859048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Ingesta y procesa PDF, DOCX y TXT sin intervención manual, desde el primer momento.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676" y="3133232"/>
            <a:ext cx="1658228" cy="102457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599676" y="435266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Clasificación Inteligente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3599676" y="4689742"/>
            <a:ext cx="2859048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asigna categorías relevantes a cada documento de forma autónoma y precisa.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22" y="3133232"/>
            <a:ext cx="1658228" cy="102457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53622" y="435266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Resúmenes y Extracción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6653622" y="4689742"/>
            <a:ext cx="2859048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 resúmenes al instante y extrae los datos más importantes sin esfuerzo humano.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30" y="2272897"/>
            <a:ext cx="5695340" cy="32265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26773" y="1054858"/>
            <a:ext cx="2891053" cy="1461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Búsqueda en Lenguaje Natural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626773" y="2672254"/>
            <a:ext cx="2891053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Olvida los operadores de búsqueda complejos. DocuPasion entiende preguntas reales: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26773" y="3560822"/>
            <a:ext cx="2891053" cy="2104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Haz preguntas como si hablaras con un asistente experto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Obtén respuestas precisas extraídas del contenido completo de tus archivos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Encuentra información sin necesitar términos técnicos exactos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26773" y="5840675"/>
            <a:ext cx="2891053" cy="857308"/>
          </a:xfrm>
          <a:prstGeom prst="roundRect">
            <a:avLst>
              <a:gd name="adj" fmla="val 7640"/>
            </a:avLst>
          </a:prstGeom>
          <a:solidFill>
            <a:srgbClr val="670D73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2708" y="6077179"/>
            <a:ext cx="194898" cy="155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133540" y="6019895"/>
            <a:ext cx="2228351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 repositorio responde. Tú decides.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0" y="2476340"/>
            <a:ext cx="8966939" cy="4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Control Total de Tus Datos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545730" y="3275299"/>
            <a:ext cx="2884996" cy="2020762"/>
          </a:xfrm>
          <a:prstGeom prst="roundRect">
            <a:avLst>
              <a:gd name="adj" fmla="val 3241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701665" y="3431195"/>
            <a:ext cx="467804" cy="467689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0342" y="3559759"/>
            <a:ext cx="210450" cy="2103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1665" y="4054781"/>
            <a:ext cx="2573127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Roles y Permisos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01665" y="4391861"/>
            <a:ext cx="2573127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Gestiona quién accede a qué, con niveles diferenciados por usuario y equipo.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86661" y="3275299"/>
            <a:ext cx="2884996" cy="2020762"/>
          </a:xfrm>
          <a:prstGeom prst="roundRect">
            <a:avLst>
              <a:gd name="adj" fmla="val 3241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3742596" y="3431195"/>
            <a:ext cx="467804" cy="467689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71273" y="3559759"/>
            <a:ext cx="210450" cy="2103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42596" y="4054781"/>
            <a:ext cx="2573127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Organización por Proyecto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3742596" y="4391861"/>
            <a:ext cx="2573127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 carpetas estructuradas y mantén cada iniciativa perfectamente ordenada.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627592" y="3275299"/>
            <a:ext cx="2884996" cy="2020762"/>
          </a:xfrm>
          <a:prstGeom prst="roundRect">
            <a:avLst>
              <a:gd name="adj" fmla="val 3241"/>
            </a:avLst>
          </a:prstGeom>
          <a:solidFill>
            <a:srgbClr val="282D5E"/>
          </a:solidFill>
          <a:ln/>
        </p:spPr>
      </p:sp>
      <p:sp>
        <p:nvSpPr>
          <p:cNvPr id="14" name="Shape 10"/>
          <p:cNvSpPr/>
          <p:nvPr/>
        </p:nvSpPr>
        <p:spPr>
          <a:xfrm>
            <a:off x="6783526" y="3431195"/>
            <a:ext cx="467804" cy="467689"/>
          </a:xfrm>
          <a:prstGeom prst="ellipse">
            <a:avLst/>
          </a:prstGeom>
          <a:solidFill>
            <a:srgbClr val="EEAE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12203" y="3559759"/>
            <a:ext cx="210450" cy="2103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83526" y="4054781"/>
            <a:ext cx="2573127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Acciones Seguras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783526" y="4391861"/>
            <a:ext cx="2573127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Descarga, comparte o elimina documentos con trazabilidad y seguridad garantizadas.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0" y="1750541"/>
            <a:ext cx="2891053" cy="9743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Visibilidad en Tiempo Real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5730" y="2880770"/>
            <a:ext cx="2891053" cy="997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Toma decisiones con información actualizada al instante. DocuPasion te da visión completa de tu repositorio: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5730" y="4018773"/>
            <a:ext cx="2891053" cy="21044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interactivo con estado global del sistema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Monitoreo de procesamiento y trazabilidad completa de cada archivo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de errores y auditoría detallada para cumplimiento normativo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22487" y="2272897"/>
            <a:ext cx="5695340" cy="3226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7905" y="982"/>
            <a:ext cx="3960495" cy="777043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45730" y="1920595"/>
            <a:ext cx="5195039" cy="4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Casos de Uso Reales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545730" y="2641565"/>
            <a:ext cx="2519511" cy="1901282"/>
          </a:xfrm>
          <a:prstGeom prst="roundRect">
            <a:avLst>
              <a:gd name="adj" fmla="val 3445"/>
            </a:avLst>
          </a:prstGeom>
          <a:solidFill>
            <a:srgbClr val="282D5E"/>
          </a:solidFill>
          <a:ln/>
        </p:spPr>
      </p:sp>
      <p:sp>
        <p:nvSpPr>
          <p:cNvPr id="5" name="Text 2"/>
          <p:cNvSpPr/>
          <p:nvPr/>
        </p:nvSpPr>
        <p:spPr>
          <a:xfrm>
            <a:off x="701665" y="2797462"/>
            <a:ext cx="2207642" cy="24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⚖️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Legal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01665" y="3139779"/>
            <a:ext cx="2207642" cy="1247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Analiza contratos automáticamente y extrae cláusulas clave en segundos, reduciendo riesgo y tiempo de revisión.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21176" y="2641565"/>
            <a:ext cx="2519593" cy="1901282"/>
          </a:xfrm>
          <a:prstGeom prst="roundRect">
            <a:avLst>
              <a:gd name="adj" fmla="val 3445"/>
            </a:avLst>
          </a:prstGeom>
          <a:solidFill>
            <a:srgbClr val="282D5E"/>
          </a:solidFill>
          <a:ln/>
        </p:spPr>
      </p:sp>
      <p:sp>
        <p:nvSpPr>
          <p:cNvPr id="8" name="Text 5"/>
          <p:cNvSpPr/>
          <p:nvPr/>
        </p:nvSpPr>
        <p:spPr>
          <a:xfrm>
            <a:off x="3377111" y="2797462"/>
            <a:ext cx="2207724" cy="24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Finanzas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377111" y="3139779"/>
            <a:ext cx="2207724" cy="9977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Procesa reportes financieros y detecta anomalías antes de que se conviertan en problemas críticos.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5730" y="4698744"/>
            <a:ext cx="5195039" cy="1152979"/>
          </a:xfrm>
          <a:prstGeom prst="roundRect">
            <a:avLst>
              <a:gd name="adj" fmla="val 5681"/>
            </a:avLst>
          </a:prstGeom>
          <a:solidFill>
            <a:srgbClr val="282D5E"/>
          </a:solidFill>
          <a:ln/>
        </p:spPr>
      </p:sp>
      <p:sp>
        <p:nvSpPr>
          <p:cNvPr id="11" name="Text 8"/>
          <p:cNvSpPr/>
          <p:nvPr/>
        </p:nvSpPr>
        <p:spPr>
          <a:xfrm>
            <a:off x="701665" y="4854640"/>
            <a:ext cx="4883170" cy="248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👥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RRHH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01665" y="5196958"/>
            <a:ext cx="4883170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Clasifica CVs masivamente y resume políticas internas para acelerar procesos de selección e incorporación.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5730" y="2675118"/>
            <a:ext cx="8966939" cy="4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Resultados Medibles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545730" y="3551984"/>
            <a:ext cx="2859048" cy="5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80%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545730" y="426125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Menos tiempo de búsqueda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5730" y="4598332"/>
            <a:ext cx="2859048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Tus equipos recuperan horas productivas cada semana.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99676" y="3551984"/>
            <a:ext cx="2859048" cy="5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100%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3599676" y="426125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Clasificación automatizada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99676" y="4598332"/>
            <a:ext cx="2859048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Cero intervención manual en la organización de documentos.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53622" y="3551984"/>
            <a:ext cx="2859048" cy="5144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05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24/7</a:t>
            </a:r>
            <a:endParaRPr lang="en-US" sz="4050" dirty="0"/>
          </a:p>
        </p:txBody>
      </p:sp>
      <p:sp>
        <p:nvSpPr>
          <p:cNvPr id="10" name="Text 8"/>
          <p:cNvSpPr/>
          <p:nvPr/>
        </p:nvSpPr>
        <p:spPr>
          <a:xfrm>
            <a:off x="6653622" y="4261252"/>
            <a:ext cx="2859048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Acceso a información crítica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653622" y="4598332"/>
            <a:ext cx="2859048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Disponibilidad continua para quienes más lo necesitan.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7905" y="982"/>
            <a:ext cx="3960495" cy="7770436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879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13180" y="99900"/>
                </a:lnTo>
                <a:lnTo>
                  <a:pt x="8110" y="91990"/>
                </a:lnTo>
                <a:lnTo>
                  <a:pt x="4200" y="84670"/>
                </a:lnTo>
                <a:lnTo>
                  <a:pt x="2640" y="81150"/>
                </a:lnTo>
                <a:lnTo>
                  <a:pt x="1270" y="77440"/>
                </a:lnTo>
                <a:lnTo>
                  <a:pt x="490" y="74610"/>
                </a:lnTo>
                <a:lnTo>
                  <a:pt x="0" y="71480"/>
                </a:lnTo>
                <a:lnTo>
                  <a:pt x="200" y="67290"/>
                </a:lnTo>
                <a:lnTo>
                  <a:pt x="1270" y="63280"/>
                </a:lnTo>
                <a:lnTo>
                  <a:pt x="2830" y="59860"/>
                </a:lnTo>
                <a:lnTo>
                  <a:pt x="5080" y="56050"/>
                </a:lnTo>
                <a:lnTo>
                  <a:pt x="6840" y="52540"/>
                </a:lnTo>
                <a:lnTo>
                  <a:pt x="7910" y="49610"/>
                </a:lnTo>
                <a:lnTo>
                  <a:pt x="8690" y="45700"/>
                </a:lnTo>
                <a:lnTo>
                  <a:pt x="8790" y="40140"/>
                </a:lnTo>
                <a:lnTo>
                  <a:pt x="8590" y="36520"/>
                </a:lnTo>
                <a:lnTo>
                  <a:pt x="8110" y="31930"/>
                </a:lnTo>
                <a:lnTo>
                  <a:pt x="6540" y="21970"/>
                </a:lnTo>
                <a:lnTo>
                  <a:pt x="6150" y="14750"/>
                </a:lnTo>
                <a:lnTo>
                  <a:pt x="6450" y="10350"/>
                </a:lnTo>
                <a:lnTo>
                  <a:pt x="6930" y="7030"/>
                </a:lnTo>
                <a:lnTo>
                  <a:pt x="7910" y="264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45730" y="1349630"/>
            <a:ext cx="5195039" cy="487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dirty="0">
                <a:solidFill>
                  <a:srgbClr val="EEAEF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Comienza Hoy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545730" y="2070600"/>
            <a:ext cx="5195039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DocuPasion se adapta a tu organización desde el primer día, sin fricciones ni largos procesos de implementación.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730" y="2744842"/>
            <a:ext cx="2519511" cy="188573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11884" y="2861784"/>
            <a:ext cx="187122" cy="233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722620" y="3368346"/>
            <a:ext cx="2165732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Integración Rápida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722620" y="3705426"/>
            <a:ext cx="2165732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Compatible con tus sistemas existentes sin disrupciones operativas.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21176" y="2744842"/>
            <a:ext cx="2519593" cy="18857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7330" y="2861784"/>
            <a:ext cx="187122" cy="233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3398066" y="3368346"/>
            <a:ext cx="2165814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Soporte Dedicado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398066" y="3705426"/>
            <a:ext cx="2165814" cy="7483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 equipo técnico especializado a tu lado en cada etapa.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5730" y="4786471"/>
            <a:ext cx="5195039" cy="163629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049648" y="4903414"/>
            <a:ext cx="187122" cy="2338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722620" y="5409975"/>
            <a:ext cx="4841260" cy="24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E5DCE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Escalabilidad Total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722620" y="5747055"/>
            <a:ext cx="4841260" cy="498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Crece con tu organización, desde startups hasta grandes corporaciones.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2026-09-11T19:21:06Z</dcterms:created>
  <dcterms:modified xsi:type="dcterms:W3CDTF">2026-09-11T19:21:06Z</dcterms:modified>
</cp:coreProperties>
</file>